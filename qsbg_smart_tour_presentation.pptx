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สำหรับขอบเขตโครงการ มีกรอบการดำเนินงาน 5 ด้านหลักครับ:</a:t>
            </a:r>
          </a:p>
          <a:p>
            <a:r>
              <a:t>ข้อที่ 1 คือ การวิเคราะห์และออกแบบฐานข้อมูลระบบจัดการรถนำเที่ยว</a:t>
            </a:r>
          </a:p>
          <a:p>
            <a:r>
              <a:t>ข้อที่ 2 คือ การศึกษาและพัฒนารูปแบบการเชื่อมโยงบูรณาการข้อมูลการท่องเที่ยวภายในสวนพฤกษศาสตร์ฯ และหน่วยงานอื่นที่เกี่ยวข้อง</a:t>
            </a:r>
          </a:p>
          <a:p>
            <a:r>
              <a:t>ข้อที่ 3 ซึ่งเป็นหัวใจสำคัญ คือ การพัฒนาแอพพลิเคชันระบบการจัดการรถนำเที่ยว ประกอบด้วย 6 โมดูลหลัก ได้แก่ ระบบจำหน่ายตั๋ว Smart e-Ticket, ระบบติดตามรถ Tour Cart Tracking, ระบบบริหารคิว Queue Management, ระบบแจ้งเตือน Push Notification, ระบบแนะนำพิกัด Geofences Technology และระบบรายงาน Real-time Dashboard</a:t>
            </a:r>
          </a:p>
          <a:p>
            <a:r>
              <a:t>และข้อที่ 4 และ 5 คือ การจัดทำคู่มือการใช้งานระบบ ฝึกอบรมเจ้าหน้าที่ และส่งมอบรายงานฉบับสมบูรณ์ครับ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(1.0 นาที):</a:t>
            </a:r>
          </a:p>
          <a:p>
            <a:r>
              <a:t>เทคโนโลยี Geofences ตอบโจทย์การเป็นสวนพฤกษศาสตร์เพื่อการเรียนรู้อย่างแท้จริงครับ เมื่อรถเข้าสู่พิกัดสำคัญ ระบบจะส่งข้อมูลความรู้และมัลติมีเดียขึ้นมาให้ชม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แผนงานแบ่งเป็น 3 ระยะชัดเจน (กรอบเวลา ..... เดือน):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จะเป็นการผสานเทคโนโลยีสมัยใหม่เข้ากับธรรมชาติอย่างลงตัว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ทางทีมงานมีความพร้อมทั้งด้านบุคลากรและเทคโนโลยีที่จะเริ่มดำเนินงานตามแผนงานระยะที่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Sego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Sego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Segoe UI"/>
              </a:defRPr>
            </a:pPr>
            <a:r>
              <a:t>แผนงานการดำเนินงาน 3 ระยะ (กรอบเวลา .....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Sego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Sego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Sego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ขาดข้อมูลเชิงสถิติเพื่อการวางแผน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ขาดระบบจัดเก็บข้อมูลการใช้บริการในรูปแบบดิจิทัล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ไม่มีข้อมูลเชิงพื้นที่และเวลา (Spatial Data) วิเคราะห์จุดหนาแน่น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ผู้บริหารไม่สามารถนำข้อมูลมาใช้วางแผนจัดสรรทรัพยากรได้อย่างแม่นยำ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ระบบจำหน่ายตั๋วและการตรวจสอบยังไม่เชื่อมโยงกับฐานข้อมูลกลาง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Sego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ขอบเขตโครงการ (Project Scope)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กรอบการดำเนินงานพัฒนาระบบสารสนเทศและการบริหารจัดการรถนำเที่ยวไฟฟ้าอย่างครบวงจร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กรอบงานวิเคราะห์ ออกแบบ และบูรณาการข้อมูล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1. วิเคราะห์และออกแบบฐานข้อมูลระบบจัดการรถนำเที่ยว</a:t>
            </a:r>
          </a:p>
          <a:p>
            <a:pPr>
              <a:spcAft>
                <a:spcPts val="800"/>
              </a:spcAft>
              <a:defRPr sz="1100">
                <a:solidFill>
                  <a:srgbClr val="14181B"/>
                </a:solidFill>
                <a:latin typeface="Segoe UI"/>
              </a:defRPr>
            </a:pPr>
            <a:r>
              <a:t>วางโครงสร้างฐานข้อมูล (Schema) และสถาปัตยกรรมสารสนเทศเพื่อรองรับการบริหารจัดการที่มีเสถียรภาพและแม่นยำ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2. ศึกษาและพัฒนารูปแบบการเชื่อมโยงและบูรณาการข้อมูล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บูรณาการข้อมูลการท่องเที่ยวภายในสวนพฤกษศาสตร์สมเด็จพระนางเจ้าสิริกิติ์ และหน่วยงานอื่นที่เกี่ยวข้อง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51960"/>
            <a:ext cx="512064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89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6A4F"/>
                </a:solidFill>
                <a:latin typeface="Segoe UI"/>
              </a:defRPr>
            </a:pPr>
            <a:r>
              <a:t>การฝึกอบรม จัดทำคู่มือ และส่งมอบงาน</a:t>
            </a:r>
          </a:p>
          <a:p>
            <a:pPr>
              <a:defRPr sz="1250" b="1">
                <a:solidFill>
                  <a:srgbClr val="1B4332"/>
                </a:solidFill>
                <a:latin typeface="Segoe UI"/>
              </a:defRPr>
            </a:pPr>
            <a:r>
              <a:t>4. จัดทำคู่มือการใช้งานระบบและฝึกอบรม</a:t>
            </a:r>
          </a:p>
          <a:p>
            <a:pPr>
              <a:spcAft>
                <a:spcPts val="600"/>
              </a:spcAft>
              <a:defRPr sz="1050">
                <a:solidFill>
                  <a:srgbClr val="14181B"/>
                </a:solidFill>
                <a:latin typeface="Segoe UI"/>
              </a:defRPr>
            </a:pPr>
            <a:r>
              <a:t>จัดทำเอกสารคู่มือครบทุกกลุ่มผู้ใช้ พร้อมจัดฝึกอบรมเชิงปฏิบัติการแก่เจ้าหน้าที่และคนขับรถ</a:t>
            </a:r>
          </a:p>
          <a:p>
            <a:pPr>
              <a:defRPr sz="1250" b="1">
                <a:solidFill>
                  <a:srgbClr val="1B4332"/>
                </a:solidFill>
                <a:latin typeface="Segoe UI"/>
              </a:defRPr>
            </a:pPr>
            <a:r>
              <a:t>5. ส่งมอบรายงานฉบับสมบูรณ์</a:t>
            </a:r>
          </a:p>
          <a:p>
            <a:pPr>
              <a:defRPr sz="1050">
                <a:solidFill>
                  <a:srgbClr val="14181B"/>
                </a:solidFill>
                <a:latin typeface="Segoe UI"/>
              </a:defRPr>
            </a:pPr>
            <a:r>
              <a:t>ส่งมอบรายงานฉบับสมบูรณ์พร้อมซอร์สโค้ดและระบบสารสนเทศที่ผ่านการทดสอบมาตรฐาน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3949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พัฒนาแอพพลิเคชันระบบการจัดการรถนำเที่ยว</a:t>
            </a:r>
          </a:p>
          <a:p>
            <a:pPr>
              <a:spcAft>
                <a:spcPts val="800"/>
              </a:spcAft>
              <a:defRPr sz="1150" b="1">
                <a:solidFill>
                  <a:srgbClr val="134074"/>
                </a:solidFill>
                <a:latin typeface="Segoe UI"/>
              </a:defRPr>
            </a:pPr>
            <a:r>
              <a:t>ประกอบด้วย 6 ระบบปฏิบัติการหลัก (Core System Modules):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3.1 ระบบจำหน่ายตั๋วอัตโนมัติ Smart e-Ticket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บริการจอง/ซื้อตั๋ว One-time QR Code ผ่าน Web, Mobile App และตู้ Kiosk ประจำสถานี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3.2 ระบบจัดการเส้นทางและตรวจสอบเวลาการเดินรถ Tour Cart Tracking Service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ติดตามพิกัด GPS รถแบบ Real-time พร้อมคำนวณเวลาถึงสถานี (Dynamic ETA)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3.3 ระบบตรวจสอบตั๋วและจัดการคิวผู้โดยสาร Queue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สแกนตรวจสิทธิ์ตั๋ว Check-in ผ่านแท็บเล็ตคนขับ และระบบกระจายคิวลดความแออัด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3.4 ระบบการแจ้งคิวรับบริการ แจ้งเตือนรถใกล้ถึงสถานี Push Notification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แจ้งเตือนผู้โดยสารล่วงหน้า 3 นาที ผ่าน App และ LINE เมื่อรถใกล้ถึงสถานี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3.5 ระบบการให้คำแนะนำและบริการจากแหล่งท่องเที่ยว ณ พิกัดภูมิศาสตร์ Touring Recommendation System with Geofences Technology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แนะนำจุดท่องเที่ยว พันธุ์ไม้เด่น และเสียงบรรยาย Audio Guide อัตโนมัติตามพิกัด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3.6 ระบบรายงานผลการปฏิบัติงานแบบเวลาจริง Real-time Dashboard and Report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แดชบอร์ดสรุปสถิติผู้โดยสาร ความหนาแน่นของสถานี และรายได้สำหรับผู้บริหาร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Sego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Sego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Sego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Sego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Sego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Sego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Sego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ระบบแนะนำแหล่งท่องเที่ยวตามพิกัดภูมิศาสตร์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การประยุกต์ใช้เทคโนโลยี Geofences เพื่อสนับสนุนการท่องเที่ยวเชิงเรียนรู้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กำหนดพื้นที่พิกัดจำลองล้อมรอบจุดท่องเที่ยวสำคัญ เมื่อยานพาหนะเข้าสู่พื้นที่ ระบบจะระบุตำแหน่งโดยอัตโนมัติ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ระบบมัลติมีเดียและข้อมูลพรรณไม้อัตโนมัติ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ส่งมอบข้อมูลความรู้ พันธุ์ไม้เด่นประจำโซน และประวัติความเป็นมา แสดงผลขึ้นบนหน้าจอตามจุดที่ยืนอยู่จริง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การแนะนำเส้นทางที่เหมาะสม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แนะนำเส้นทางท่องเที่ยวที่เหมาะสมตามเวลาที่มี เช่น เส้นทาง 1 ชั่วโมง หรือเส้นทางเจาะลึก 3 ชั่วโมง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จุดแลนด์มาร์กสำคัญที่เชื่อมโยงในระบบ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ทางเดินลอยฟ้าศึกษาธรรมชาติเรือนยอดไม้ที่ยาวที่สุด นำเสนอข้อมูลพรรณไม้ระดับเรือนยอดและทัศนียภาพป่าดอยแม่ริม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2. กลุ่มอาคารเรือนกระจกเฉลิมพระเกียรติ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รวบรวมพืชทนแล้ง พืชป่าดงดิบ พืชกินแมลง และบัวนานาชนิด นำเสนอข้อมูลความรู้ทางพฤกษศาสตร์เชิงลึก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แหล่งเรียนรู้และนิทรรศการถาวรด้านความหลากหลายทางชีวภาพ เหมาะสำหรับการเรียนรู้ของนักเรียนและครอบครัว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พื้นที่ศึกษาธรรมชาติเชิงอนุรักษ์ จุดชมทัศนียภาพ และพื้นที่จัดกิจกรรมสิ่งแวดล้อมศึกษา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แผนการดำเนินงานและส่งมอบโครงการ (กรอบเวลา .....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Segoe UI"/>
              </a:defRPr>
            </a:pPr>
            <a:r>
              <a:t>ระยะที่ 1 (Phase 1)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Segoe UI"/>
              </a:defRPr>
            </a:pPr>
            <a:r>
              <a:t>ระยะที่ 2 (Phase 2)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ระยะที่ 3 (Phase 3)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Sego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Sego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Sego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พร้อมก้าวสู่การเป็นสวนพฤกษศาสตร์ระดับโลกเพื่ออนาคตที่ยั่งยืน</a:t>
            </a:r>
          </a:p>
          <a:p>
            <a:pPr>
              <a:spcAft>
                <a:spcPts val="3600"/>
              </a:spcAft>
              <a:defRPr sz="1600">
                <a:solidFill>
                  <a:srgbClr val="D8F3DC"/>
                </a:solidFill>
                <a:latin typeface="Sego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Sego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