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สคริปต์บทพูดหน้าปก (1.0 นาที):</a:t>
            </a:r>
          </a:p>
          <a:p>
            <a:r>
              <a:t>กราบเรียนท่านประธาน ท่านคณะกรรมการ และผู้ทรงคุณวุฒิทุกท่านครับ</a:t>
            </a:r>
          </a:p>
          <a:p>
            <a:r>
              <a:t>ในวันนี้ผมมีความยินดีอย่างยิ่งที่จะนำเสนอ 'Smart Electric Tour Bus Management System Design: โครงการออกแบบและพัฒนาระบบจัดการรถนำเที่ยวไฟฟ้า สวนพฤกษศาสตร์สมเด็จพระนางเจ้าสิริกิติ์ จังหวัดเชียงใหม่'</a:t>
            </a:r>
          </a:p>
          <a:p/>
          <a:p>
            <a:r>
              <a:t>โครงการนี้เป็นการผสานสองหัวใจสำคัญเข้าด้วยกัน นั่นคือ 'การท่องเที่ยวสีเขียว (Green Tourism)' ด้วยยานยนต์ไฟฟ้า EV 100% ควบคู่กับ 'Smart Tourism Platform' เพื่อยกระดับประสบการณ์การท่องเที่ยวเชิงนิเวศและการอนุรักษ์ธรรมชาติในพื้นที่ 6,500 ไร่ สู่มาตรฐานสวนพฤกษศาสตร์ระดับโลกอย่างยั่งยืนครับ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สคริปต์บทพูดหน้าที่ 2 : บริบทและปัญหาเดิม (1.5 นาที):</a:t>
            </a:r>
          </a:p>
          <a:p>
            <a:r>
              <a:t>สวนพฤกษศาสตร์สมเด็จพระนางเจ้าสิริกิติ์ อำเภอแม่ริม มีพื้นที่กว้างใหญ่ถึง 6,500 ไร่ มีแลนด์มาร์กสำคัญระดับประเทศ เช่น Canopy Walkway ทางเดินเรือนยอดไม้, กลุ่มเรือนกระจกเฉลิมพระเกียรติ และพิพิธภัณฑ์ธรรมชาติวิทยา</a:t>
            </a:r>
          </a:p>
          <a:p/>
          <a:p>
            <a:r>
              <a:t>แต่ในปัจจุบันเราเผชิญปัญหาหลัก 3 ประการ:</a:t>
            </a:r>
          </a:p>
          <a:p>
            <a:r>
              <a:t>1. มลพิษและเสียง: เดิมใช้รถนำเที่ยวเครื่องยนต์สันดาปเพียง 2 คัน มีเสียงดังและปล่อยควันไอเสียรบกวนบรรยากาศธรรมชาติ</a:t>
            </a:r>
          </a:p>
          <a:p>
            <a:r>
              <a:t>2. ขาดระบบติดตาม: นักท่องเที่ยวไม่ทราบเวลารถที่จะมาถึงสถานี (No ETA) ทำให้ต้องรอคอยอย่างไร้จุดหมาย เกิดความแออัดสะสม</a:t>
            </a:r>
          </a:p>
          <a:p>
            <a:r>
              <a:t>3. ขาดฐานข้อมูลเชิงระบบ: ผู้บริหารไม่มีข้อมูลสถิติดิจิทัลเชิงพื้นที่ ทำให้ไม่สามารถวิเคราะห์และวางแผนการเดินรถได้อย่างตรงจุดครับ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สคริปต์บทพูดหน้าที่ 3 : วิสัยทัศน์และวัตถุประสงค์ (1.5 นาที):</a:t>
            </a:r>
          </a:p>
          <a:p>
            <a:r>
              <a:t>วิสัยทัศน์ของโครงการคือ 'เปลี่ยนผ่านสู่ รถนำเที่ยวไฟฟ้า (EV) เพื่อพลังงานสะอาด พร้อมยกระดับสู่ Smart Tourism Ecosystem อย่างครบวงจร'</a:t>
            </a:r>
          </a:p>
          <a:p/>
          <a:p>
            <a:r>
              <a:t>โดยกำหนด 2 วัตถุประสงค์หลัก:</a:t>
            </a:r>
          </a:p>
          <a:p>
            <a:r>
              <a:t>1. ออกแบบระบบ (System Design): วิเคราะห์และออกแบบระบบจัดการข้อมูลสารสนเทศรถนำเที่ยวไฟฟ้า เพื่อการบริหารจัดการเชิงพื้นที่ที่แม่นยำและมีประสิทธิภาพสูงสุด</a:t>
            </a:r>
          </a:p>
          <a:p>
            <a:r>
              <a:t>2. พัฒนาแพลตฟอร์ม (App Development): พัฒนาแอปพลิเคชันเพื่อเพิ่มความสะดวกสบายแบบไร้รอยต่อ (Seamless Experience) ให้แก่นักท่องเที่ยว เจ้าหน้าที่ และผู้บริหารครับ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สคริปต์บทพูดหน้าที่ 4 : ภาพรวมสถาปัตยกรรมระบบ (1.5 นาที):</a:t>
            </a:r>
          </a:p>
          <a:p>
            <a:r>
              <a:t>เราได้วางสถาปัตยกรรมระบบเป็น 4 ชั้น (4-Tier Architecture) ตามมาตรฐานสากล:</a:t>
            </a:r>
          </a:p>
          <a:p>
            <a:r>
              <a:t>- ชั้นที่ 1 Frontend / ช่องทางลูกค้า: รองรับ Web App (จองออนไลน์), Mobile App (iOS/Android), ตู้ Kiosk ประจำสถานี และ Driver App บนแท็บเล็ตคนขับ</a:t>
            </a:r>
          </a:p>
          <a:p>
            <a:r>
              <a:t>- ชั้นที่ 2 API Gateway &amp; Backend Services: แยกบริการอย่างเป็นสัดส่วน ทั้ง Ticket Service, Bus Tracking, Station Service สำหรับ 6 สถานี และ Payment Service</a:t>
            </a:r>
          </a:p>
          <a:p>
            <a:r>
              <a:t>- ชั้นที่ 3 Realtime &amp; IoT Layer: เชื่อมโยงอุปกรณ์ GPS บนรถ EV ทั้ง 3 คัน ส่งพิกัดผ่าน WebSocket ทุก 5 วินาที พร้อมระบบ QR/RFID Scanner</a:t>
            </a:r>
          </a:p>
          <a:p>
            <a:r>
              <a:t>- ชั้นที่ 4 Database &amp; Storage: ใช้ PostgreSQL เป็นฐานข้อมูลหลัก และใช้ TimescaleDB สำหรับจัดเก็บพิกัด Time-series GPS นับล้านเรคคอร์ดได้อย่างรวดเร็วครับ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สคริปต์บทพูดหน้าที่ 5 : ประสบการณ์การซื้อตั๋วอัจฉริยะ (1.5 นาที):</a:t>
            </a:r>
          </a:p>
          <a:p>
            <a:r>
              <a:t>ระบบจำหน่ายตั๋ว e-Ticket แบ่งเป็น 4 ขั้นตอนที่สะดวกและปลอดภัย:</a:t>
            </a:r>
          </a:p>
          <a:p>
            <a:r>
              <a:t>1. เลือกและซื้อ (Select): นักท่องเที่ยวเลือกประเภทตั๋วผ่าน Web, Mobile App หรือกดซื้อที่ตู้ Kiosk หน้าสถานี</a:t>
            </a:r>
          </a:p>
          <a:p>
            <a:r>
              <a:t>2. ชำระเงิน (Pay): รองรับ QR PromptPay ตามมาตรฐาน EMVCo ทุกธนาคาร, บัตรเครดิต หรือเงินสดที่ Kiosk</a:t>
            </a:r>
          </a:p>
          <a:p>
            <a:r>
              <a:t>3. ออก e-Ticket (Receive): ระบบสร้าง One-Time QR Code ส่งเข้า App, SMS หรือสลิปพิมพ์ พร้อมบันทึกสถานะ 'ยังไม่ใช้'</a:t>
            </a:r>
          </a:p>
          <a:p>
            <a:r>
              <a:t>4. สแกนขึ้นรถ (Ride): คนขับใช้แท็บเล็ตประจำรถสแกน QR Code ตรวจสอบสิทธิ์ใน 1 วินาที ตัดสิทธิ์เป็น 'ใช้แล้ว' ทันที ป้องกันการนำกลับมาใช้ซ้ำ 100%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สคริปต์บทพูดหน้าที่ 6 : ระบบติดตามรถและสถานีวนลูป (1.5 นาที):</a:t>
            </a:r>
          </a:p>
          <a:p>
            <a:r>
              <a:t>การเดินรถจัดเป็น Loop วนรอบ 6 สถานีหลัก ครอบคลุมไฮไลต์ของสวนฯ ทั้งหมด:</a:t>
            </a:r>
          </a:p>
          <a:p>
            <a:r>
              <a:t>- IoT GPS: ติดตั้งบนรถนำเที่ยวทั้ง 3 คัน ส่งพิกัดตำแหน่งเข้า Backend ทุกๆ 5 วินาทีผ่าน WebSocket</a:t>
            </a:r>
          </a:p>
          <a:p>
            <a:r>
              <a:t>- Location Engine &amp; Geofencing: มีรั้วพิกัดเสมือนรอบสถานี ตรวจจับเมื่อรถเข้าจอดหรือออกจากสถานีอัตโนมัติ</a:t>
            </a:r>
          </a:p>
          <a:p>
            <a:r>
              <a:t>- Dynamic ETA Calculator: คำนวณความเร็วและระยะทาง ประเมินเวลารถจะมาถึงแต่ละสถานีแบบเรียลไทม์ เช่น หน้าจอบอกว่าอีก 3 นาทีหรือ 8 นาทีรถจะมาถึง ทำให้นักท่องเที่ยววางแผนเวลาได้ ไม่ต้องยืนรออย่างไร้จุดหมายครับ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สคริปต์บทพูดหน้าที่ 7 : การบริหารจัดการคิวอัจฉริยะ (1.0 นาที):</a:t>
            </a:r>
          </a:p>
          <a:p>
            <a:r>
              <a:t>ระบบบริหารคิวมี 2 กลไกสำคัญ:</a:t>
            </a:r>
          </a:p>
          <a:p>
            <a:r>
              <a:t>1. Smart Queue Balancing &amp; Seat Capacity: คำนวณจำนวนที่นั่งว่างบนรถเทียบกับคิวรอในแต่ละสถานี หากพบจุดใดมีผู้โดยสารตกค้างสะสม ระบบจะแจ้งเตือนให้จัดรถเสริมไปรับทันที</a:t>
            </a:r>
          </a:p>
          <a:p>
            <a:r>
              <a:t>2. Proactive Push Notification: นักท่องเที่ยวสามารถเดินชมธรรมชาติ ถ่ายรูป หรือจิบกาแฟได้อย่างสบายใจ เพราะระบบจะส่ง Push Notification ผ่าน Mobile App หรือ LINE เตือนล่วงหน้าเมื่อรถใกล้ถึงสถานีในระยะ 3 นาทีครับ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สคริปต์บทพูดหน้าที่ 8 : ระบบแนะนำแหล่งท่องเที่ยวตามพิกัด (1.0 นาที):</a:t>
            </a:r>
          </a:p>
          <a:p>
            <a:r>
              <a:t>เพื่อส่งเสริมการเป็นแหล่งเรียนรู้พฤกษศาสตร์ เราได้นำเทคโนโลยี Geofence Virtual Beacon มาประยุกต์ใช้:</a:t>
            </a:r>
          </a:p>
          <a:p>
            <a:r>
              <a:t>- เมื่อรถหรือนักท่องเที่ยวเดินทางเข้าสู่รั้วพิกัดของจุดท่องเที่ยวสำคัญ เช่น Canopy Walkway หรือเรือนกระจก ระบบจะส่งข้อมูล แนะนำพันธุ์ไม้เด่น และประวัติความเป็นมาเด้งขึ้นบนมือถืออัตโนมัติ</a:t>
            </a:r>
          </a:p>
          <a:p>
            <a:r>
              <a:t>- พร้อมระบบ Audio Guide เปิดเสียงบรรยายให้นักท่องเที่ยวรับฟัง เสมือนมีมัคคุเทศก์ส่วนตัวคอยนำทางตลอดเส้นทางครับ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สคริปต์บทพูดหน้าที่ 9 : เทคโนโลยีที่เลือกใช้ (1.5 นาที):</a:t>
            </a:r>
          </a:p>
          <a:p>
            <a:r>
              <a:t>เราเลือกใช้ Technology Stack ระดับ Enterprise:</a:t>
            </a:r>
          </a:p>
          <a:p>
            <a:r>
              <a:t>- Frontend: Next.js สำหรับ Web &amp; Admin Dashboard และ React Native สำหรับ Mobile App และ Driver App</a:t>
            </a:r>
          </a:p>
          <a:p>
            <a:r>
              <a:t>- Backend: Node.js + Fastify Throughput สูง กินทรัพยากรต่ำ, Socket.io Server สำหรับสตรีมพิกัด GPS, Bull Queue สำหรับงานเบื้องหลัง และ JWT สำหรับความปลอดภัย</a:t>
            </a:r>
          </a:p>
          <a:p>
            <a:r>
              <a:t>- Database: PostgreSQL, Redis Cache และ TimescaleDB สำหรับ Big Data พิกัด GPS</a:t>
            </a:r>
          </a:p>
          <a:p>
            <a:r>
              <a:t>- Infrastructure: Docker / Kubernetes ติดตั้งบน AWS / GCP Cloud การันตี Uptime 99.9% พร้อม CI/CD GitHub Actions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สคริปต์บทพูดหน้าที่ 10 : แผนการดำเนินงาน 9 เดือน (1.0 นาที):</a:t>
            </a:r>
          </a:p>
          <a:p>
            <a:r>
              <a:t>แผนการดำเนินงานแบ่งเป็น 3 ระยะอย่างชัดเจน:</a:t>
            </a:r>
          </a:p>
          <a:p>
            <a:r>
              <a:t>- Phase 1 (เดือนที่ 1-3) Core Foundation: ออกแบบฐานข้อมูล, พัฒนา API, ตู้ Kiosk, เชื่อมต่อ Payment Gateway และ Driver App บนแท็บเล็ต</a:t>
            </a:r>
          </a:p>
          <a:p>
            <a:r>
              <a:t>- Phase 2 (เดือนที่ 4-6) Realtime &amp; Mobile: ติดตั้ง WebSocket Server, พัฒนา Mobile App (iOS/Android) และทดสอบระบบ Live Tracking บนพื้นที่จริง 6 สถานี</a:t>
            </a:r>
          </a:p>
          <a:p>
            <a:r>
              <a:t>- Phase 3 (เดือนที่ 7-9) Advanced Features: เปิดระบบ Push Notification, Analytics Dashboard สำหรับผู้บริหาร, เปิดระบบจองออนไลน์ล่วงหน้า จัดอบรมบุคลากร และส่งมอบงานสมบูรณ์ครับ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สคริปต์บทพูดหน้าที่ 11 : ประโยชน์ที่คาดว่าจะได้รับ (1.5 นาที):</a:t>
            </a:r>
          </a:p>
          <a:p>
            <a:r>
              <a:t>ผลประโยชน์และความคุ้มค่าเกิดขึ้นใน 4 มิติ:</a:t>
            </a:r>
          </a:p>
          <a:p>
            <a:r>
              <a:t>1. นักท่องเที่ยว: ได้รับความสะดวกสบาย ซื้อตั๋วง่าย ทราบเวลารถชัดเจน สัมผัสธรรมชาติที่เงียบสงบ</a:t>
            </a:r>
          </a:p>
          <a:p>
            <a:r>
              <a:t>2. เจ้าหน้าที่ &amp; คนขับ: สแกนตรวจตั๋วรวดเร็ว ทราบจำนวนคนรอสถานีถัดไป ลดภาระงานและความขัดแย้งหน้างาน</a:t>
            </a:r>
          </a:p>
          <a:p>
            <a:r>
              <a:t>3. ผู้บริหาร: มี Data-Driven Dashboard เห็นข้อมูลสถิติเชิงลึกและรายได้อย่างโปร่งใส 100% นำไปวางแผนพัฒนาสวนฯ ได้อย่างแม่นยำ</a:t>
            </a:r>
          </a:p>
          <a:p>
            <a:r>
              <a:t>4. สิ่งแวดล้อม: ลดการปล่อยคาร์บอนด้วยรถ EV 100% ไร้เสียง ไร้ควัน ยกระดับสวนพฤกษศาสตร์ไทยสู่มาตรฐานสากลครับ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สคริปต์บทพูดหน้าที่ 12 : บทสรุปและการถาม-ตอบ (1.0 นาที):</a:t>
            </a:r>
          </a:p>
          <a:p>
            <a:r>
              <a:t>โดยสรุปแล้ว โครงการออกแบบและพัฒนาระบบจัดการรถนำเที่ยวไฟฟ้า สวนพฤกษศาสตร์สมเด็จพระนางเจ้าสิริกิติ์ คือการผสานรวมพลังงานสะอาดเข้ากับนวัตกรรมดิจิทัล เพื่อสร้างอนาคตสีเขียวที่ยั่งยืนอย่างแท้จริง</a:t>
            </a:r>
          </a:p>
          <a:p/>
          <a:p>
            <a:r>
              <a:t>ทางทีมงานมีความพร้อมที่จะเริ่มดำเนินงานตามแผนงาน Phase 1 ทันทีครับ</a:t>
            </a:r>
          </a:p>
          <a:p>
            <a:r>
              <a:t>ผมขอขอบพระคุณท่านประธานและคณะกรรมการทุกท่านเป็นอย่างสูง และยินดีรับฟังข้อเสนอแนะรวมถึงตอบข้อซักถามครับ ขอบคุณครับ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